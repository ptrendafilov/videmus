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PTrendafilov/Videmus/blob/main/model/Videmus_Traffic_Lights.ipynb" TargetMode="External"/><Relationship Id="rId4" Type="http://schemas.openxmlformats.org/officeDocument/2006/relationships/hyperlink" Target="https://ptrendafilov.github.io/Videmu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0" y="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9144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0" y="18288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0" y="27432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0" y="36576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0" y="45720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idemus_icon_white.png" id="101" name="Google Shape;1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365760"/>
            <a:ext cx="137160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VIDEMUS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We guide the driver.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3840480" y="3017520"/>
            <a:ext cx="1463040" cy="2743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Plamen Trendafilov  |  TUM Management &amp; Data Science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Ognyan Trendafilov  |  AUBG Economics &amp; Finance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ptrendafilov.github.io/Videmus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40080" y="7315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Drivers need guidance.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40080" y="14630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Every day, drivers face moments of uncertainty. The result is devastating.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640080" y="3474720"/>
            <a:ext cx="2560320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40080" y="3611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1.35M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40080" y="41605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road deaths / year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3474720" y="3474720"/>
            <a:ext cx="2560320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3474720" y="3611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3474720" y="41605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caused by human error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6309360" y="3474720"/>
            <a:ext cx="2560320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6309360" y="3611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50M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309360" y="41605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injuries annually</a:t>
            </a:r>
            <a:endParaRPr/>
          </a:p>
        </p:txBody>
      </p:sp>
      <p:pic>
        <p:nvPicPr>
          <p:cNvPr id="126" name="Google Shape;126;p14" title="young-man-sitting-car-very-upset-stressed-after-hard-failure-moving-traffic-j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080" y="868300"/>
            <a:ext cx="3627121" cy="2417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Real-time AR driving guidance.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40080" y="146304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Videmus uses Computer Vision to observe the road in real time and project AR guidance overlays into the driver’s field of view. The driver stays in full control — we make them better, not replace them.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640080" y="2743200"/>
            <a:ext cx="2560320" cy="20116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40080" y="2743200"/>
            <a:ext cx="25603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822960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Parking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2296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 arrows guide the car into tight spaces with precision.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3474720" y="2743200"/>
            <a:ext cx="2560320" cy="20116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3474720" y="2743200"/>
            <a:ext cx="25603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3657600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Pedestrian Safety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365760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Real-time detection warns the driver before a dangerous situation.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6309360" y="2743200"/>
            <a:ext cx="2560320" cy="20116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6309360" y="2743200"/>
            <a:ext cx="25603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6492240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Traffic Navigation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49224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system reads traffic lights and guides with AR overlays.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camera to guidance.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1188720" y="1691640"/>
            <a:ext cx="2743" cy="3657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463040" y="1645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3474720" y="16459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Camera captures the road environment in real time through AR glasses or phone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1188720" y="2514600"/>
            <a:ext cx="2743" cy="3657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463040" y="2468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3474720" y="246888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YOLO-based Computer Vision model identifies traffic lights, pedestrians, and parking spaces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1188720" y="3337560"/>
            <a:ext cx="2743" cy="3657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1463040" y="3291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3474720" y="32918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System evaluates the situation and determines the optimal driver action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1188720" y="4160520"/>
            <a:ext cx="2743" cy="3657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146304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Guide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3474720" y="41148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AR overlay projects visual guidance directly into the driver’s field of 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We coach. They replace.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221500" y="1395375"/>
            <a:ext cx="28305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Videmus occupies a unique position: enhancing the human driver with modern technology rather than replacing them.</a:t>
            </a:r>
            <a:endParaRPr/>
          </a:p>
        </p:txBody>
      </p:sp>
      <p:pic>
        <p:nvPicPr>
          <p:cNvPr id="177" name="Google Shape;177;p17" title="videmus_quadrant_chart_w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6525" y="1395374"/>
            <a:ext cx="6267474" cy="329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GO-TO-MARKET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Start small. Scale smart.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457200" y="1645920"/>
            <a:ext cx="196596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94360" y="17830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94360" y="2057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94360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Baseline Models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94360" y="2834640"/>
            <a:ext cx="1691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Develop and train CV models for traffic light, pedestrian, and parking detection.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2606040" y="1645920"/>
            <a:ext cx="196596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2743200" y="17830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2743200" y="2057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2743200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App Integration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2743200" y="2834640"/>
            <a:ext cx="1691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Integrate models into a mobile application for real-time driving guidance.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4754880" y="1645920"/>
            <a:ext cx="196596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4892040" y="17830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892040" y="2057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892040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Driving Schools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4892040" y="2834640"/>
            <a:ext cx="1691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Partner with driving schools for testing and validation in controlled environments.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6903720" y="1645920"/>
            <a:ext cx="196596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7040880" y="17830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7040880" y="2057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7040880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OEM Integration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7040880" y="2834640"/>
            <a:ext cx="1691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Seek partnerships with car manufacturers for factory-installed systems.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PRODUCT ROADMAP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for the future. Starting today.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1371600" y="2468880"/>
            <a:ext cx="6400800" cy="2743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1371600" y="2377440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1097280" y="1828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Apr 2026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097280" y="28346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Ready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97280" y="329184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Concept videos, pitch,</a:t>
            </a:r>
            <a:b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CV model baseline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3291840" y="2377440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017520" y="1828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Q2 2026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3017520" y="28346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MVP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3017520" y="329184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Mobile app with</a:t>
            </a:r>
            <a:b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real-time detection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5212080" y="2377440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4937760" y="1828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937760" y="28346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School Pilots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4937760" y="329184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Driving school testing</a:t>
            </a:r>
            <a:b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and validation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7132320" y="2377440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858000" y="1828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Q1 2027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6858000" y="28346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OEM Partnerships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858000" y="329184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Car manufacturer</a:t>
            </a:r>
            <a:b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integration talks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The right people for the mission.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1371600" y="1645920"/>
            <a:ext cx="2926200" cy="2926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371600" y="1645920"/>
            <a:ext cx="292608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1645925" y="2891136"/>
            <a:ext cx="23775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Plamen Trendafilov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1645925" y="3164200"/>
            <a:ext cx="23775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Founder &amp; CEO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645925" y="3467605"/>
            <a:ext cx="23775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Management &amp; Data Science</a:t>
            </a: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Technical University of Munich</a:t>
            </a: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Product vision, technology, pitch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4846320" y="1645920"/>
            <a:ext cx="2926080" cy="29260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846320" y="1645920"/>
            <a:ext cx="292608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120650" y="2891139"/>
            <a:ext cx="23775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Ognyan Trendafilov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5120650" y="3164212"/>
            <a:ext cx="23775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Co-Founder &amp; CFO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5120650" y="3467627"/>
            <a:ext cx="23775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Economics &amp; Finance</a:t>
            </a: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American University in Bulgaria</a:t>
            </a: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Business strategy, partnerships, finance</a:t>
            </a:r>
            <a:endParaRPr/>
          </a:p>
        </p:txBody>
      </p:sp>
      <p:pic>
        <p:nvPicPr>
          <p:cNvPr id="245" name="Google Shape;245;p20" title="ogi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509" y="1786354"/>
            <a:ext cx="1031700" cy="10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title="plamen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848" y="1813969"/>
            <a:ext cx="1031700" cy="10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TRACTION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What we’ve built so far.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640080" y="1554480"/>
            <a:ext cx="384048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40080" y="1554480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822960" y="16276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Brand &amp; Identity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822960" y="193852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Logo, visual identity, and motto established. 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4846320" y="1554480"/>
            <a:ext cx="384048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4846320" y="1554480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029200" y="16276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Concept Videos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5029200" y="193852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AR guidance demos produced: parking, pedestrian, and traffic light scenarios.</a:t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640080" y="2651760"/>
            <a:ext cx="384048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640080" y="2651760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822960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Baseline Model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22960" y="303580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YOLOv8 trained on traffic light detection dataset. Validated on real driving footage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GITHUB</a:t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4846320" y="2651760"/>
            <a:ext cx="384060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846320" y="2651760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029200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Competition Selected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5029200" y="303580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Finalist in Sofia pitch competition with guaranteed prize and HP advisor assigned.</a:t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640080" y="3749039"/>
            <a:ext cx="384048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640080" y="3749039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822960" y="3822191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Incubator Pipeline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822960" y="4133087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Application prepared for Constructor Start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4846258" y="3749035"/>
            <a:ext cx="384060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4846258" y="3749035"/>
            <a:ext cx="36600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029138" y="3822187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Website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5029138" y="4133083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Creation of website for the product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https://ptrendafilov.github.io/Videmus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0" y="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0" y="9144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0" y="18288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0" y="27432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0" y="36576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0" y="45720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idemus_icon_white.png" id="299" name="Google Shape;2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457200"/>
            <a:ext cx="137160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VIDEMUS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We guide the driver.</a:t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3840480" y="3017520"/>
            <a:ext cx="1463040" cy="2743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plamen.l.trendafilov@gmail.com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ptrendafilov.github.io/Videmus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